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234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3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3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12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62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83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20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35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91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2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0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F86CE-3F13-414A-89A4-99DB8AAE23C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D9F3A-B4D7-4576-84D1-45CC2091A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55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D0AB26-7159-846B-1C90-B7B436152661}"/>
              </a:ext>
            </a:extLst>
          </p:cNvPr>
          <p:cNvSpPr/>
          <p:nvPr/>
        </p:nvSpPr>
        <p:spPr>
          <a:xfrm>
            <a:off x="609600" y="8382000"/>
            <a:ext cx="1234440" cy="944880"/>
          </a:xfrm>
          <a:prstGeom prst="rect">
            <a:avLst/>
          </a:prstGeom>
          <a:solidFill>
            <a:srgbClr val="C898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3D711C-7CF5-4A81-1B3B-CEABD0525AE8}"/>
              </a:ext>
            </a:extLst>
          </p:cNvPr>
          <p:cNvSpPr/>
          <p:nvPr/>
        </p:nvSpPr>
        <p:spPr>
          <a:xfrm>
            <a:off x="5303520" y="320040"/>
            <a:ext cx="1234440" cy="9448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A5EFD-8326-BF4D-96E8-E96372D7E55F}"/>
              </a:ext>
            </a:extLst>
          </p:cNvPr>
          <p:cNvSpPr/>
          <p:nvPr/>
        </p:nvSpPr>
        <p:spPr>
          <a:xfrm>
            <a:off x="5029200" y="533400"/>
            <a:ext cx="1234440" cy="944880"/>
          </a:xfrm>
          <a:prstGeom prst="rect">
            <a:avLst/>
          </a:prstGeom>
          <a:solidFill>
            <a:srgbClr val="C898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1808FC-5C23-6780-EBD9-0A178C26E126}"/>
              </a:ext>
            </a:extLst>
          </p:cNvPr>
          <p:cNvSpPr/>
          <p:nvPr/>
        </p:nvSpPr>
        <p:spPr>
          <a:xfrm>
            <a:off x="320040" y="8656320"/>
            <a:ext cx="1234440" cy="944880"/>
          </a:xfrm>
          <a:prstGeom prst="rect">
            <a:avLst/>
          </a:prstGeom>
          <a:solidFill>
            <a:srgbClr val="00206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396797-6067-D2AA-F2DE-B9FBDB242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314" y="3391717"/>
            <a:ext cx="1943371" cy="1933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0DDBC-610A-7242-EB1D-573FBA7FB05F}"/>
              </a:ext>
            </a:extLst>
          </p:cNvPr>
          <p:cNvSpPr txBox="1"/>
          <p:nvPr/>
        </p:nvSpPr>
        <p:spPr>
          <a:xfrm>
            <a:off x="1752316" y="5455920"/>
            <a:ext cx="34163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Post Event</a:t>
            </a:r>
          </a:p>
          <a:p>
            <a:pPr algn="ctr"/>
            <a:r>
              <a:rPr lang="en-US" sz="2800" b="1" dirty="0"/>
              <a:t>Executive Summary</a:t>
            </a:r>
            <a:endParaRPr lang="en-IN" sz="2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4C27FF-9A0C-B337-068A-C445A62FC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9" y="1426893"/>
            <a:ext cx="4008120" cy="26720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ED39CB-BF72-B9B1-2F34-39BAD34841CC}"/>
              </a:ext>
            </a:extLst>
          </p:cNvPr>
          <p:cNvSpPr txBox="1"/>
          <p:nvPr/>
        </p:nvSpPr>
        <p:spPr>
          <a:xfrm>
            <a:off x="2510870" y="2715771"/>
            <a:ext cx="2610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Powered by: </a:t>
            </a:r>
            <a:r>
              <a:rPr lang="en-US" sz="1600" b="1" dirty="0"/>
              <a:t>TeachGenie</a:t>
            </a:r>
            <a:r>
              <a:rPr lang="en-US" sz="1600" dirty="0"/>
              <a:t>.ai</a:t>
            </a:r>
            <a:endParaRPr lang="en-IN" sz="1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739791-BC6D-00B0-C2E9-27078D268E60}"/>
              </a:ext>
            </a:extLst>
          </p:cNvPr>
          <p:cNvCxnSpPr>
            <a:cxnSpLocks/>
          </p:cNvCxnSpPr>
          <p:nvPr/>
        </p:nvCxnSpPr>
        <p:spPr>
          <a:xfrm>
            <a:off x="6193444" y="1371600"/>
            <a:ext cx="0" cy="8382000"/>
          </a:xfrm>
          <a:prstGeom prst="line">
            <a:avLst/>
          </a:prstGeom>
          <a:ln w="57150">
            <a:solidFill>
              <a:srgbClr val="C8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F606B5-EB56-EDC8-4B6E-46367DF772C8}"/>
              </a:ext>
            </a:extLst>
          </p:cNvPr>
          <p:cNvCxnSpPr/>
          <p:nvPr/>
        </p:nvCxnSpPr>
        <p:spPr>
          <a:xfrm>
            <a:off x="1424939" y="9545781"/>
            <a:ext cx="498348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47B969D-CC14-3A39-1310-09BB7F19C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05" y="154896"/>
            <a:ext cx="1625684" cy="17018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B34179-45CD-E810-FCBF-18CA3B9568A3}"/>
              </a:ext>
            </a:extLst>
          </p:cNvPr>
          <p:cNvSpPr txBox="1"/>
          <p:nvPr/>
        </p:nvSpPr>
        <p:spPr>
          <a:xfrm>
            <a:off x="1694221" y="9224575"/>
            <a:ext cx="461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TeachGenie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.ai | ©2026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YOM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Private Limited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B3F2A-5D06-93A4-F94B-C04E8F42D520}"/>
              </a:ext>
            </a:extLst>
          </p:cNvPr>
          <p:cNvSpPr txBox="1"/>
          <p:nvPr/>
        </p:nvSpPr>
        <p:spPr>
          <a:xfrm>
            <a:off x="2714899" y="218150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Confidential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C782E8-F0AC-65C9-9350-3C3E29505F4B}"/>
              </a:ext>
            </a:extLst>
          </p:cNvPr>
          <p:cNvSpPr txBox="1"/>
          <p:nvPr/>
        </p:nvSpPr>
        <p:spPr>
          <a:xfrm>
            <a:off x="2290455" y="6166709"/>
            <a:ext cx="23383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Ver 1.0  | 06</a:t>
            </a:r>
            <a:r>
              <a:rPr lang="en-US" sz="1600" baseline="30000" dirty="0"/>
              <a:t>th</a:t>
            </a:r>
            <a:r>
              <a:rPr lang="en-US" sz="1600" dirty="0"/>
              <a:t>  April 2026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2561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26</Words>
  <Application>Microsoft Office PowerPoint</Application>
  <PresentationFormat>A4 Paper (210x297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lovi raj gupta</dc:creator>
  <cp:lastModifiedBy>lovi raj gupta</cp:lastModifiedBy>
  <cp:revision>1</cp:revision>
  <dcterms:created xsi:type="dcterms:W3CDTF">2026-04-02T06:56:17Z</dcterms:created>
  <dcterms:modified xsi:type="dcterms:W3CDTF">2026-04-02T07:24:47Z</dcterms:modified>
</cp:coreProperties>
</file>